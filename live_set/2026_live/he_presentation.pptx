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3"/>
  </p:normalViewPr>
  <p:slideViewPr>
    <p:cSldViewPr snapToGrid="0">
      <p:cViewPr>
        <p:scale>
          <a:sx n="92" d="100"/>
          <a:sy n="92" d="100"/>
        </p:scale>
        <p:origin x="124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C5A9-85D5-ED96-CA9C-452EFBFF7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C1BEB-8703-4EFE-EF54-265CF1F76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67D0E-E810-974F-6DAB-A9BA9356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13829-DE71-1FDA-BE85-59935D2F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F5CE0-EAED-ABF0-EC19-3A82AF15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3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4905-0F00-C3C4-65BB-DA394F49A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6B3B-047B-5859-9DBE-21DFC4A3F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61366-2692-C1D1-EB2F-352493F6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B6709-B9DC-9F6A-4F6A-D7D239CC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CF697-EDE2-3423-1F4C-6E2A68EE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8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963E-8505-F70B-85A2-16608668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3FCDD-ABD2-18F3-AA0E-6B42C27AA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A993-13BF-026B-91BE-BE185963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7038D-292B-8B06-A449-163B14D5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D12FB-694F-1354-572C-B0914569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0D16-EF4A-4D3D-D283-99E6434F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0CF2A-3421-2B24-CDB8-69B915B6E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55F29-4F15-EE30-8F39-4DD305920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6D993-F8AA-9B2B-F358-235B16D54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5FBD6-3C24-C171-B55D-466DE382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7A3D0-9C3F-657D-EA65-FFB0027A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7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32FD-F58C-AA3D-2208-9A5E5C1B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631D6-4543-43EF-2A95-F84A3A95F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9F872-A836-F97A-D7A8-8E19B673F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10A5E-4A6B-E114-AF7A-E8E8A8098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79832-CCC5-9FEA-95AB-B8EEDAE5C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DDADCD-5CD7-FD44-936A-5BE505A6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0A4A3-90CE-2814-E5C2-B981DB38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F3CA6-9C20-6A00-300F-D8C777D7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8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415B-ED84-F18B-8E81-82E75875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C0979-7F0C-67B9-C19C-25D8954C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3B7BC-B3D3-E9FC-5C3A-6D05DAE9C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2A0F2-3E04-6B2B-64E4-A9DD28A9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0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92EFE-36F9-9046-2794-9AC02195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A450B-7575-DFD1-6468-396EDECA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419B-5C8E-64E3-550E-EAD0BD18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96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30BE-F0CB-9290-2291-21C73BBB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CD80-59CF-D45F-D4F5-D6514424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04F39-9B0A-B9F4-E520-F52826E92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399E-5EB4-9BAF-A871-037434A0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DF1B9-BDC2-DB21-93DD-8AB6B09C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40DA6-EACF-0694-5884-9C2D135E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3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6CC1-807E-3510-CB8A-68477BE7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57BEB3-24B4-2B0A-DC83-C6E5421EF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1BD54-52D6-AF63-F74C-89AB0DD8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86AD2-6E3F-06D1-E98F-B041D3C6D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591F9-2CB6-87CC-5DD7-4DCA8A33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2A0FE-97E4-6B20-1547-1FDF1E91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9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7081-9B31-49F9-D043-E41035CA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980C7-6D0E-A62A-7D09-32D52AEEE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4864-F992-1678-BBEE-6C8E5F7B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E03B9-98D3-BE0A-1782-BE416138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26314-DD0E-0928-8124-D25337D1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6FE0C5-1389-09BE-B9B1-B192FC909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2EEAD-8320-57CC-56D4-DFFE0BE2C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F993F-53A8-7959-D216-745AEFA2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B7194-0FE9-C9CF-FA02-0B76602F5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9CC5-B1B9-EEC7-B6C1-6CFFFD7C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22F3C-1C15-7FE2-CAB1-C18B598F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152E0-AC75-5477-0B43-4648A1DFD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A0143-1478-E248-5F69-C807109C7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3F29F-861A-A942-B703-23FF4BCB71D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FA4ED-B6C7-88FF-7483-0331B154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96BB8-BE74-C503-33CF-FD963EE1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5B8CB-4770-1744-9AF9-90A7374D2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6F38-E42D-0E4D-8DD2-47B520AAA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75658" y="-706437"/>
            <a:ext cx="9144000" cy="2387600"/>
          </a:xfrm>
        </p:spPr>
        <p:txBody>
          <a:bodyPr/>
          <a:lstStyle/>
          <a:p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</a:t>
            </a:r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arte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echtzeit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A167D-4CD2-168D-7839-B83EAB1F2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092" y="5235369"/>
            <a:ext cx="1428750" cy="1428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421AF8-6488-4E99-2FDE-7806EC8CEC9D}"/>
              </a:ext>
            </a:extLst>
          </p:cNvPr>
          <p:cNvSpPr txBox="1"/>
          <p:nvPr/>
        </p:nvSpPr>
        <p:spPr>
          <a:xfrm>
            <a:off x="10882003" y="4884449"/>
            <a:ext cx="7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web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CD197-3C22-90E1-2B02-DF77456390BD}"/>
              </a:ext>
            </a:extLst>
          </p:cNvPr>
          <p:cNvSpPr txBox="1"/>
          <p:nvPr/>
        </p:nvSpPr>
        <p:spPr>
          <a:xfrm>
            <a:off x="8964387" y="4884449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bandcamp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73235-FD28-133E-629C-7BA8923FE3D0}"/>
              </a:ext>
            </a:extLst>
          </p:cNvPr>
          <p:cNvSpPr txBox="1"/>
          <p:nvPr/>
        </p:nvSpPr>
        <p:spPr>
          <a:xfrm>
            <a:off x="1083010" y="1853880"/>
            <a:ext cx="66893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Music with scientific data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Post-music concrète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exploring the unheard void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Space-time as one of </a:t>
            </a:r>
            <a:r>
              <a:rPr lang="en-US" sz="2400" i="1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mille</a:t>
            </a:r>
            <a:r>
              <a:rPr lang="en-US" sz="2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 plateaus </a:t>
            </a:r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?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4C11C-84D7-53F7-D9D4-1A2704CE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387" y="5235369"/>
            <a:ext cx="14287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42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AE3FF-4A8B-8519-A090-E01DAD256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A20B-E4F9-FC05-76B2-E82793452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75658" y="-706437"/>
            <a:ext cx="9144000" cy="2387600"/>
          </a:xfrm>
        </p:spPr>
        <p:txBody>
          <a:bodyPr/>
          <a:lstStyle/>
          <a:p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harte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  <a:r>
              <a:rPr lang="en-US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echtzeit</a:t>
            </a:r>
            <a:endParaRPr lang="en-US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8F1F-EAB7-7077-1BF4-4E0B18CEDF81}"/>
              </a:ext>
            </a:extLst>
          </p:cNvPr>
          <p:cNvSpPr txBox="1"/>
          <p:nvPr/>
        </p:nvSpPr>
        <p:spPr>
          <a:xfrm>
            <a:off x="8847305" y="6027003"/>
            <a:ext cx="6689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“Piece for Decoder”</a:t>
            </a:r>
          </a:p>
          <a:p>
            <a:pPr marL="285750" indent="-285750">
              <a:buFontTx/>
              <a:buChar char="-"/>
            </a:pPr>
            <a:endParaRPr lang="en-US" sz="2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9290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aa77bc-0157-46a4-82a6-8fc765694bc9}" enabled="1" method="Standar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28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Futura Medium</vt:lpstr>
      <vt:lpstr>Futura Medium</vt:lpstr>
      <vt:lpstr>Office Theme</vt:lpstr>
      <vt:lpstr>harte echtzeit</vt:lpstr>
      <vt:lpstr>harte echtzeit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Taudt</dc:creator>
  <cp:lastModifiedBy>Christopher Taudt</cp:lastModifiedBy>
  <cp:revision>2</cp:revision>
  <dcterms:created xsi:type="dcterms:W3CDTF">2026-07-15T10:43:28Z</dcterms:created>
  <dcterms:modified xsi:type="dcterms:W3CDTF">2026-07-15T11:22:14Z</dcterms:modified>
</cp:coreProperties>
</file>